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TAMIL NADU SCHOOL TRANSPORT DECISION SUPPORT PROTOTYPE</a:t>
            </a:r>
          </a:p>
          <a:p>
            <a:pPr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SchoolRoute TN</a:t>
            </a:r>
          </a:p>
          <a:p>
            <a:pPr>
              <a:spcBef>
                <a:spcPts val="1000"/>
              </a:spcBef>
              <a:defRPr sz="2000">
                <a:solidFill>
                  <a:srgbClr val="E2E8F0"/>
                </a:solidFill>
              </a:defRPr>
            </a:pPr>
            <a:r>
              <a:t>Smart Digital Transit &amp; Attendance Safety Monitoring System for Government School Commuters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83280"/>
            <a:ext cx="242316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G.O. Ms. No. 42 COMPLIANT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57016" y="3383280"/>
            <a:ext cx="2423160" cy="43891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ZERO-PHONE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383280"/>
            <a:ext cx="2423160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MoRTH AIS-140 PANIC HARDWARE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42248" y="3383280"/>
            <a:ext cx="2423160" cy="438912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LIVE CELLULAR GSM SMS DISPATCH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10362895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ACADEMIC &amp; INNOVATION CREDENTIALS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Institution: Vellore Institute of Technology (VIT), Vellore</a:t>
            </a:r>
            <a:br/>
            <a:r>
              <a:t>Course: Innovative Projects (PHY1901) • Fall Semester 2026-2027</a:t>
            </a:r>
            <a:br/>
            <a:r>
              <a:t>Principal Investigator: Avinash M. (23BCE1042) | Team Members: Kavya S., Praveen Kumar R., Naveen Chandran T., Sanjay Vignesh K.</a:t>
            </a:r>
            <a:br/>
            <a:r>
              <a:t>Project Faculty Guide: Prof. Dr. S. K. Meenakshi Sundaram (SCOPE, VIT)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SOCIETAL CONTEXT &amp;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Problem Statement: Rural Government School Transit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02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29184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1. The Rural Transit Bottleneck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Overcrowded State Buses: Millions of rural students travel under TN G.O. Ms. No. 42 (100% Free Bus Concession), but peak-hour buses are dangerously packed.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Skipped Intermediate Halts: State drivers under schedule pressure frequently bypass village stops, leaving rural children stranded on state highways.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Footboard Hazards: Severe overcrowding forces young students to travel standing on bus footboards, leading to tragic falls and severe injuries.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1280160"/>
            <a:ext cx="329184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2. The Zero-Visibility Black Box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Anxiety of Working Parents: Rural parents working as daily-wage laborers or in agricultural fields have zero communication once their child leaves home.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No Boarding or Dropped Confirmation: Parents cannot verify if their child boarded the morning bus or safely entered the school gate.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Late School Arrivals &amp; Penalties: Bypassed buses cause repeated late arrivals, leading to missed prayer bells, disciplinary action, and missed exams.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90688" y="1280160"/>
            <a:ext cx="3291840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3. Severe Educational Fallout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Surging Rural Dropout Rates: Long, unsafe, and unreliable commutes are the primary driver of student dropouts after 8th and 10th standards in rural districts.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Gender Disparity for Girls: Parents often pull daughters out of secondary school due to harassment risks, unmonitored stops, and isolated rural walking routes.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Unheard Grievances: Students and village panchayats have no structured channel to escalate bus shortages to District Transport Officers (DTO).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WHY CONVENTIONAL SOLUTIONS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Core Dilemma: The Digital Divide Paradox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03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❌ Conventional Private School Apps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Mandatory Smartphone Dependency: Demands each student carry an expensive 4G/5G smartphone with active cellular data plans.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Mobile App Friction: Requires downloading bulky iOS/Android apps, creating parent accounts, and navigating complex interfaces.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Cost-Prohibitive Proprietary Hardware: Relies on expensive RFID smart gates, turnstiles, and GPS vehicle kiosks costing lakhs per bus.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School Regulatory Violations: Direct violation of Tamil Nadu Government School policy which strictly prohibits student smartphones on campus.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Excludes Underprivileged Families: Completely abandons families who only possess basic 2G feature phones or keypad handsets.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9535" y="1280160"/>
            <a:ext cx="5120640" cy="51206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✅ SchoolRoute TN: Zero-Phone Commute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Zero-Phone Architecture: The student commuter carries ONLY a durable, laminated paper/cardstock QR pass costing under ₹2.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Zero Battery &amp; Zero Network Requirement for Child: Operates flawlessly without requiring the student to have battery, screen, or SIM card.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Sub-Second Camera Scanning (jsQR): Bus driver or conductor scans the pass with an ordinary Android device within milliseconds.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Universal Cellular GSM SMS Alerts: Cloud serverless proxy dispatches automated SMS alerts directly to basic keypad phones without mobile data.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Statutory Compliance: Fully aligned with Tamil Nadu G.O. Ms. No. 42 (Free Student Concessions) and national MoRTH AIS-140 safety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TECHNICAL &amp; OPERATIONAL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Proposed Engineering Solutions: 6 Architectural Pillars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04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291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Pillar 1: Laminated QR Pass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Tamper-resistant 2D QR matrix card encoding student EMIS ID, assigned bus, and parent phone; printable on standard paper.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1280160"/>
            <a:ext cx="3291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Pillar 2: jsQR Video Stream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Continuous in-browser camera scanner on driver's mobile; sub-second boarding validation with non-blocking animation frames.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90688" y="1280160"/>
            <a:ext cx="3291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333EA"/>
                </a:solidFill>
              </a:defRPr>
            </a:pPr>
            <a:r>
              <a:t>Pillar 3: Cellular SMS Dispatch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Automated SMSMobileAPI / Fast2SMS gateway via Vercel serverless proxy; sends instant texts to basic 2G feature phones.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291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Pillar 4: MoRTH AIS-140 SOS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Wall-mounted tactile panic button simulator inside the bus triggering alarms to Police 112, TNSTC Depot, and driver cabin.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4" y="3886200"/>
            <a:ext cx="3291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Pillar 5: Cohort Segregation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Arrival algorithm partitioning students into 'Safely Arrived at Gate' vs. 'Bus Missed' cohorts with targeted dual SMS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90688" y="3886200"/>
            <a:ext cx="3291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Pillar 6: GIS Admin Radar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District Transport Officer (DTO) console with Leaflet.js live bus radar, student roster management, and official Secretariat petitions.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END-TO-END OPERATIONAL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System Operational Lifecycle &amp; Flowchart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05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9659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Step 1: Boarding &amp; Scan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Bus halts at designated village stop (e.g. Morappur).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Student presents laminated QR pass at bus entry step.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Driver camera captures QR in &lt;150ms using jsQR engine.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Web Audio API plays cheerful two-tone verification chime.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6936" y="1280160"/>
            <a:ext cx="19659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Step 2: Instant SMS Alert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Payload sent to Vercel Serverless Function.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Bypasses CORS restrictions via cloud proxy.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Dispatches cellular GSM SMS to parent: 'Student boarded Bus 14A'.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Parent receives SMS on standard keypad feature 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2" y="1280160"/>
            <a:ext cx="19659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333EA"/>
                </a:solidFill>
              </a:defRPr>
            </a:pPr>
            <a:r>
              <a:t>Step 3: GIS Live Telemetry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Driver console broadcasts live GPS coordinates and speed.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Parent opens live Leaflet.js radar map to view bus marker.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Stop-by-stop visual progress timeline updates in real time.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Distance countdown and dynamic ETA calculated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87768" y="1280160"/>
            <a:ext cx="19659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Step 4: AIS-140 SOS Safety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If hazard occurs (rash driving, route deviation, harassment):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Student presses wall-mounted tactile red panic button.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Driver cabin receives flashing red emergency siren.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Emergency telemetry routed to Police 112 &amp; TNSTC Depot.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73184" y="1280160"/>
            <a:ext cx="19659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Step 5: School Arrival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Bus reaches Government Higher Secondary School gate.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Driver taps 'Mark Arrived at School Gate'.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Classification engine splits students into 2 cohorts: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Boarded: Safe Campus Arrival SMS.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Unboarded: Urgent 'BUS MISSED' SMS.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WEBSITE OUTPUT •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Screen 1: Centralized Role-Based Authentication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06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766560" cy="52120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login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620256" cy="50657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3749039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Multi-Role Portal: Student, Parent, Driver Crew &amp; Depot Officer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KEY OPERATIONAL CAPABILITIES: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Role-Specific Switcher: Clean Neo-Brutalist toggle between Student Commuter, Bus Driver / Crew, and Depot Transport Officer (Admin).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Commuter Identification: Students authenticate via unique EMIS ID (e.g. STU-101) or parent registered mobile (+91 73059 40480) with secure PIN.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TNSTC Crew Verification: Driver login validates crew registration against the depot roster and synchronizes assigned feeder bus schedules.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District Transport Officer Oversight: High-security administrative master login reserved for the DTO for statewide fleet command.</a:t>
            </a:r>
          </a:p>
          <a:p>
            <a:pPr>
              <a:spcBef>
                <a:spcPts val="1000"/>
              </a:spcBef>
              <a:defRPr sz="1000" b="1">
                <a:solidFill>
                  <a:srgbClr val="16A34A"/>
                </a:solidFill>
              </a:defRPr>
            </a:pPr>
            <a:r>
              <a:t>GOVERNMENT SCHOOL STUDENT IMPACT: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Ensures privacy and prevents unauthorized access, while allowing rural students with only an EMIS number to view their transit pass and parent alerts.</a:t>
            </a:r>
          </a:p>
          <a:p>
            <a:pPr>
              <a:spcBef>
                <a:spcPts val="800"/>
              </a:spcBef>
              <a:defRPr sz="850" i="1">
                <a:solidFill>
                  <a:srgbClr val="64748B"/>
                </a:solidFill>
              </a:defRPr>
            </a:pPr>
            <a:r>
              <a:t>Tech: Built with React session persistence in localStorage under schoolroute_tn_active_role_clean_v7.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WEBSITE OUTPUT • STUDENT/PARENT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Screen 2: Parent Live GPS Satellite Fleet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07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766560" cy="52120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parent_live_tra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620256" cy="50657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3749039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Parent &amp; Commuter Live Monitoring Dashboard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KEY OPERATIONAL CAPABILITIES: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Real-Time Progress &amp; ETA: Displays exact kilometers remaining to the school gate with live estimated time of arrival updated as the bus moves.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Telemetry KPI Cards: Live indicators for safe operating speed (e.g. 38 km/h), passenger crowd status, and assigned TNSTC depot.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Stop-by-Stop Visual Progress: Dynamic timeline tracking completed halts (Morappur, Kadayampatti), active next stop, and destination school.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Commuter Boarding Status: Live roster card confirming whether the student is currently 'Waiting at Stop' or verified 'On Board'.</a:t>
            </a:r>
          </a:p>
          <a:p>
            <a:pPr>
              <a:spcBef>
                <a:spcPts val="1000"/>
              </a:spcBef>
              <a:defRPr sz="1000" b="1">
                <a:solidFill>
                  <a:srgbClr val="16A34A"/>
                </a:solidFill>
              </a:defRPr>
            </a:pPr>
            <a:r>
              <a:t>GOVERNMENT SCHOOL STUDENT IMPACT: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Working-class parents can verify bus approach and child boarding from any browser without calling the driver or leaving farm/factory jobs.</a:t>
            </a:r>
          </a:p>
          <a:p>
            <a:pPr>
              <a:spcBef>
                <a:spcPts val="800"/>
              </a:spcBef>
              <a:defRPr sz="850" i="1">
                <a:solidFill>
                  <a:srgbClr val="64748B"/>
                </a:solidFill>
              </a:defRPr>
            </a:pPr>
            <a:r>
              <a:t>Tech: Powered by ParentLiveTracker.jsx and reactive LiveDatabaseContext synchronization.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WEBSITE OUTPUT • SAFETY HARDWARE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Screen 3: MoRTH AIS-140 Physical Panic SOS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08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766560" cy="52120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ais140_panic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620256" cy="50657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3749039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On-Bus Wall-Mounted Stanchion Emergency Telemetry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KEY OPERATIONAL CAPABILITIES: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Physical Wall-Mounted Button Simulation: Simulates tactile red push-buttons mounted on interior stanchions adjacent to Seat #4 and emergency exit.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4 Emergency Incident Categories: Instant classification: (1) Rash Driving, (2) Route Deviation, (3) Vehicle Breakdown, (4) In-Transit Harassment.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Statutory MoRTH AIS-140 Targets: Direct satellite emergency broadcast to Police Control Room (Dial 112 / ERSS) and TNSTC Depot Command.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Cabin Flashing Siren &amp; Safe Pull-Over: Triggers an intense visual and audio alarm on the driver dashboard, mandating immediate roadside halt.</a:t>
            </a:r>
          </a:p>
          <a:p>
            <a:pPr>
              <a:spcBef>
                <a:spcPts val="1000"/>
              </a:spcBef>
              <a:defRPr sz="1000" b="1">
                <a:solidFill>
                  <a:srgbClr val="16A34A"/>
                </a:solidFill>
              </a:defRPr>
            </a:pPr>
            <a:r>
              <a:t>GOVERNMENT SCHOOL STUDENT IMPACT: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Protects students who do not carry phones; gives rural girls and young children an immediate voice if safety or driving standards are compromised.</a:t>
            </a:r>
          </a:p>
          <a:p>
            <a:pPr>
              <a:spcBef>
                <a:spcPts val="800"/>
              </a:spcBef>
              <a:defRPr sz="850" i="1">
                <a:solidFill>
                  <a:srgbClr val="64748B"/>
                </a:solidFill>
              </a:defRPr>
            </a:pPr>
            <a:r>
              <a:t>Tech: Executes studentReportIrregularBehavior() in LiveDatabaseContext.jsx; triggers Web Audio siren chime.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WEBSITE OUTPUT • ZERO-PHONE SMART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Screen 4: Statutory Digital Smart Bus Pass (G.O. Ms. No. 42)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09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766560" cy="52120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student_bus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620256" cy="50657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3749039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Printable Physical Concessional Commuter Pass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KEY OPERATIONAL CAPABILITIES: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Reed-Solomon 2D QR Matrix: Embeds tamper-resistant encrypted payload (EMIS ID, student name, route, pickup stop, parent phone).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Zero-Phone Commuter Card: Formatted for standard paper/cardstock printing and plastic lamination; 100% zero battery or phone needed by child.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Statutory Scheme Compliance: Officially adheres to Tamil Nadu Government Order G.O. Ms. No. 42 (100% Free Travel Concession Scheme).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Live Trip Status Badge: Embedded status chip dynamically reflects 'Waiting at Stop', 'On Board', or 'Safely Arrived at School Gate'.</a:t>
            </a:r>
          </a:p>
          <a:p>
            <a:pPr>
              <a:spcBef>
                <a:spcPts val="1000"/>
              </a:spcBef>
              <a:defRPr sz="1000" b="1">
                <a:solidFill>
                  <a:srgbClr val="16A34A"/>
                </a:solidFill>
              </a:defRPr>
            </a:pPr>
            <a:r>
              <a:t>GOVERNMENT SCHOOL STUDENT IMPACT: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Eliminates daily arguments between conductors and rural students over ticket concessions; provides a durable, waterproof ID for every child.</a:t>
            </a:r>
          </a:p>
          <a:p>
            <a:pPr>
              <a:spcBef>
                <a:spcPts val="800"/>
              </a:spcBef>
              <a:defRPr sz="850" i="1">
                <a:solidFill>
                  <a:srgbClr val="64748B"/>
                </a:solidFill>
              </a:defRPr>
            </a:pPr>
            <a:r>
              <a:t>Tech: Engineered in StudentBusPass.jsx using the qrcode NPM package with Error Correction Level 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WEBSITE OUTPUT • GEOSPATIAL CORRIDOR RADAR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Screen 5: Interactive GIS Feeder Route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10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766560" cy="52120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live_bu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620256" cy="50657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3749039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Leaflet.js OpenStreetMap Live Fleet Tracker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KEY OPERATIONAL CAPABILITIES: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Dynamic Pulsing Bus Marker: Live GPS marker displaying vehicle position along the state highway corridor with route orientation.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Feeder Village Stop Geocoding: Color-coded stop pins indicating completed stops (green), current stop (blue), and destination school (red).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Smooth Route Polyline: High-contrast path overlay mapping the exact legal route traveled by the TNSTC school feeder bus.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Interactive Halts &amp; Popups: Clicking any marker reveals pickup timings, distance milestones, student count, and driver emergency contacts.</a:t>
            </a:r>
          </a:p>
          <a:p>
            <a:pPr>
              <a:spcBef>
                <a:spcPts val="1000"/>
              </a:spcBef>
              <a:defRPr sz="1000" b="1">
                <a:solidFill>
                  <a:srgbClr val="16A34A"/>
                </a:solidFill>
              </a:defRPr>
            </a:pPr>
            <a:r>
              <a:t>GOVERNMENT SCHOOL STUDENT IMPACT: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Brings geospatial transparency to rural transit, allowing parents and headmasters to see exactly where the feeder bus is on the highway.</a:t>
            </a:r>
          </a:p>
          <a:p>
            <a:pPr>
              <a:spcBef>
                <a:spcPts val="800"/>
              </a:spcBef>
              <a:defRPr sz="850" i="1">
                <a:solidFill>
                  <a:srgbClr val="64748B"/>
                </a:solidFill>
              </a:defRPr>
            </a:pPr>
            <a:r>
              <a:t>Tech: Implemented in LiveBusMap.jsx with OpenStreetMap tile layer and custom Leaflet SVG div-icons.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WEBSITE OUTPUT • PUBLIC COMMUTER TIMINGS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Screen 6: Feeder Bus Timetable &amp; Corridor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11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766560" cy="52120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bus_time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620256" cy="50657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3749039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Rural Feeder Corridor Schedule Explorer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KEY OPERATIONAL CAPABILITIES: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Dual-Shift Transit Schedules: Morning School Pickup runs (07:30 AM – 08:30 AM) and Evening Outbound Return runs (04:15 PM – 05:15 PM).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Punctuality &amp; Synchronization: Highlights synchronized connections preventing students from missing morning prayer bells or board exams.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Multi-Route Coverage: Instant switching between Route 14A (Morappur – Dharmapuri), Route 7B (Kadayampatti), and Route 21 (Pennagaram).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1-Click Satellite Sync: Dedicated action button to immediately track any timetable route directly on the live geospatial map.</a:t>
            </a:r>
          </a:p>
          <a:p>
            <a:pPr>
              <a:spcBef>
                <a:spcPts val="1000"/>
              </a:spcBef>
              <a:defRPr sz="1000" b="1">
                <a:solidFill>
                  <a:srgbClr val="16A34A"/>
                </a:solidFill>
              </a:defRPr>
            </a:pPr>
            <a:r>
              <a:t>GOVERNMENT SCHOOL STUDENT IMPACT: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Provides rural families reliable departure schedules, preventing children from standing by desolate highway shoulders for hours.</a:t>
            </a:r>
          </a:p>
          <a:p>
            <a:pPr>
              <a:spcBef>
                <a:spcPts val="800"/>
              </a:spcBef>
              <a:defRPr sz="850" i="1">
                <a:solidFill>
                  <a:srgbClr val="64748B"/>
                </a:solidFill>
              </a:defRPr>
            </a:pPr>
            <a:r>
              <a:t>Tech: Engineered in BusTimetable.jsx with static corridor timetable and reactive live vehicle status.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WEBSITE OUTPUT • CREW OPERATIONS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Screen 7: Driver Cabin Telemetry &amp; Boarding Console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12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766560" cy="52120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driver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620256" cy="50657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3749039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Dedicated Mobile/Tablet Console for TNSTC Driver &amp; Conductor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KEY OPERATIONAL CAPABILITIES: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One-Touch Tactile Trip Controls: Large buttons designed for one-handed operation: 'Start Feeder Trip', 'Advance Next Stop', 'Arrived at School Gate'.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Speed &amp; Crowd Telemetry Sliders: Driver updates operating speed (km/h) and passenger crowd level (Normal / Packed / Overcrowded) in real time.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Highway Delay Broadcast: Pre-configured delay triggers (Railway Gate Closed, Heavy Congestion, Mechanical Repair) updating parent map.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Interactive Boarding Roster: Commuter list with 1-click manual boarding toggle for students whose physical cards are temporarily misplaced.</a:t>
            </a:r>
          </a:p>
          <a:p>
            <a:pPr>
              <a:spcBef>
                <a:spcPts val="1000"/>
              </a:spcBef>
              <a:defRPr sz="1000" b="1">
                <a:solidFill>
                  <a:srgbClr val="16A34A"/>
                </a:solidFill>
              </a:defRPr>
            </a:pPr>
            <a:r>
              <a:t>GOVERNMENT SCHOOL STUDENT IMPACT: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Empowers state bus drivers with an ultra-simple interface that requires minimal training and works reliably even on bumpy rural roads.</a:t>
            </a:r>
          </a:p>
          <a:p>
            <a:pPr>
              <a:spcBef>
                <a:spcPts val="800"/>
              </a:spcBef>
              <a:defRPr sz="850" i="1">
                <a:solidFill>
                  <a:srgbClr val="64748B"/>
                </a:solidFill>
              </a:defRPr>
            </a:pPr>
            <a:r>
              <a:t>Tech: Built in DriverConsole.jsx; state updates broadcast instantaneously via LiveDatabaseContext.jsx.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WEBSITE OUTPUT • HIGH-SPEED ATTENDANCE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Screen 8: In-Browser jsQR Real-Time Camera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13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766560" cy="52120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driver_qr_scanner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620256" cy="50657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3749039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Ultra-Low-Latency Web Video Stream Pass Scanner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KEY OPERATIONAL CAPABILITIES: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Continuous Video Frame Loop: Uses requestAnimationFrame(scanVideoLoop) unconditionally on every frame; unrecognized codes never freeze the stream.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Sub-Second Boarding Verification: Instantly extracts student payload, marks commuter 'On Board', and triggers parent cellular SMS.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Frame Throttling &amp; 2-Second Debounce: Prevents rapid duplicate scans and multiple telecom SMS charges using React useRef timestamp locks.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Manual EMIS ID Fallback: Includes instant text entry for student numbers if pass is torn, laminated surface is smudged, or camera is dirty.</a:t>
            </a:r>
          </a:p>
          <a:p>
            <a:pPr>
              <a:spcBef>
                <a:spcPts val="1000"/>
              </a:spcBef>
              <a:defRPr sz="1000" b="1">
                <a:solidFill>
                  <a:srgbClr val="16A34A"/>
                </a:solidFill>
              </a:defRPr>
            </a:pPr>
            <a:r>
              <a:t>GOVERNMENT SCHOOL STUDENT IMPACT: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Enables 50+ students to board within 2-3 minutes at crowded village stops without holding up highway traffic.</a:t>
            </a:r>
          </a:p>
          <a:p>
            <a:pPr>
              <a:spcBef>
                <a:spcPts val="800"/>
              </a:spcBef>
              <a:defRPr sz="850" i="1">
                <a:solidFill>
                  <a:srgbClr val="64748B"/>
                </a:solidFill>
              </a:defRPr>
            </a:pPr>
            <a:r>
              <a:t>Tech: Implemented in DriverConsole.jsx with pure JavaScript jsQR library and Web Audio API two-tone chime.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WEBSITE OUTPUT • AUTOMATED ARRIVAL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Screen 9: School Arrival Classification &amp; Real-Time Push SMS Banner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14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766560" cy="52120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school_arrival_and_sms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620256" cy="50657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3749039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Destination Classification &amp; Cellular SMS Dispatch Pipeline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KEY OPERATIONAL CAPABILITIES: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Real-Time Sliding SMS Banner: Visual banner simulating cellular SMS delivery to parent mobile (+91 73059 40480) via Vercel serverless proxy.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Boarded Commuters Safe Arrival SMS: Green badge &amp; SMS: 'Bus 14A safely reached School Gate. Your ward Prem has entered campus.'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Unboarded Commuters 'Bus Missed' Alert: Absent students receive urgent red alert: 'Bus 14A reached School Gate. Ward was NOT boarded (BUS MISSED).'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Late Board Override: Allows driver to retroactively mark a student as late-boarded if picked up en route, correcting attendance records immediately.</a:t>
            </a:r>
          </a:p>
          <a:p>
            <a:pPr>
              <a:spcBef>
                <a:spcPts val="1000"/>
              </a:spcBef>
              <a:defRPr sz="1000" b="1">
                <a:solidFill>
                  <a:srgbClr val="16A34A"/>
                </a:solidFill>
              </a:defRPr>
            </a:pPr>
            <a:r>
              <a:t>GOVERNMENT SCHOOL STUDENT IMPACT: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Completely eliminates false security: parents know immediately if their child missed the bus, enabling swift family intervention.</a:t>
            </a:r>
          </a:p>
          <a:p>
            <a:pPr>
              <a:spcBef>
                <a:spcPts val="800"/>
              </a:spcBef>
              <a:defRPr sz="850" i="1">
                <a:solidFill>
                  <a:srgbClr val="64748B"/>
                </a:solidFill>
              </a:defRPr>
            </a:pPr>
            <a:r>
              <a:t>Tech: Engineered in driverArriveAtSchool() in LiveDatabaseContext.jsx; dispatches via /api/smsmobile.js.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WEBSITE OUTPUT • ADMINISTRATIVE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Screen 10: Central Admin Fleet Command Desk &amp; Student Enrollment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15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766560" cy="52120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admin_console_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620256" cy="50657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3749039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District Transport Officer (DTO) Statewide Command Console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KEY OPERATIONAL CAPABILITIES: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4 At-A-Glance Metric Cards: Tracks Registered Students (5), Active On-Board Count, Total Feeder Buses (1), and Open Grievances.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New Student Registration Engine: Administrative modal to enroll rural commuters with auto-generated EMIS IDs, pickup stops, and phone numbers.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Multi-Parameter Search &amp; Filter: Instant search by student name, EMIS registration number, feeder stop, or destination government school.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Roster Record Control: Full administrative authority to update contact details, reassign feeder buses, or print replacement passes.</a:t>
            </a:r>
          </a:p>
          <a:p>
            <a:pPr>
              <a:spcBef>
                <a:spcPts val="1000"/>
              </a:spcBef>
              <a:defRPr sz="1000" b="1">
                <a:solidFill>
                  <a:srgbClr val="16A34A"/>
                </a:solidFill>
              </a:defRPr>
            </a:pPr>
            <a:r>
              <a:t>GOVERNMENT SCHOOL STUDENT IMPACT: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Provides district education officers and transport authorities accurate student commuter rosters for budgeting free bus passes.</a:t>
            </a:r>
          </a:p>
          <a:p>
            <a:pPr>
              <a:spcBef>
                <a:spcPts val="800"/>
              </a:spcBef>
              <a:defRPr sz="850" i="1">
                <a:solidFill>
                  <a:srgbClr val="64748B"/>
                </a:solidFill>
              </a:defRPr>
            </a:pPr>
            <a:r>
              <a:t>Tech: Implemented in AdminConsole.jsx; synchronization triggers live state updates across all connected roles.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WEBSITE OUTPUT • DEPOT CREW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Screen 11: Admin Driver Duty Allocation &amp; Standby Roster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16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766560" cy="52120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_admin_driver_assign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620256" cy="50657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3749039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TNSTC Depot Crew Roster &amp; Reserve Management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KEY OPERATIONAL CAPABILITIES: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Route-To-Driver Duty Allocation: Assigns certified state drivers to specific school feeder routes (e.g. assigning Driver 1 to Bus 14A).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Standby Certified Driver Pool: Maintains standby reserve drivers ready for instant emergency dispatch during crew illness or vehicle issues.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Live Cabin Session Synchronization: Reassigning a driver immediately updates the active driver cabin console without requiring manual re-login.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Driver Safety Profile Verification: Tracks driver years of experience, official heavy-vehicle license numbers, and lifetime route safety ratings.</a:t>
            </a:r>
          </a:p>
          <a:p>
            <a:pPr>
              <a:spcBef>
                <a:spcPts val="1000"/>
              </a:spcBef>
              <a:defRPr sz="1000" b="1">
                <a:solidFill>
                  <a:srgbClr val="16A34A"/>
                </a:solidFill>
              </a:defRPr>
            </a:pPr>
            <a:r>
              <a:t>GOVERNMENT SCHOOL STUDENT IMPACT: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Ensures no rural school route is left unserved due to sudden driver absence; guarantees qualified, vetted drivers on student routes.</a:t>
            </a:r>
          </a:p>
          <a:p>
            <a:pPr>
              <a:spcBef>
                <a:spcPts val="800"/>
              </a:spcBef>
              <a:defRPr sz="850" i="1">
                <a:solidFill>
                  <a:srgbClr val="64748B"/>
                </a:solidFill>
              </a:defRPr>
            </a:pPr>
            <a:r>
              <a:t>Tech: Engineered in assignDriverToBus() in LiveDatabaseContext.jsx with cross-session broadcasting.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WEBSITE OUTPUT • ADMINISTRATIVE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Screen 12: Admin Grievance Redressal Desk &amp; Secretariat Petitions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17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766560" cy="52120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_admin_grievances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07592"/>
            <a:ext cx="6620256" cy="50657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3749039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Public Grievance Redressal &amp; Official Secretariat Petition Desk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KEY OPERATIONAL CAPABILITIES: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Public Bottleneck Ingestion: Ingests student and panchayat grievances regarding bypassed stops, footboard overcrowding, and timing mismatches.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Status Progression Lifecycle: Tracks grievance workflow from 'Reported' ➔ 'Under Dept Review' ➔ 'Resolved (Action Taken)'.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Official Secretariat Petition Generator: Generates formal Tamil Nadu Secretariat administrative petitions formatted for the Principal Secretary.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SMS Audit Log Inspection: Inspects historical cellular SMS dispatch logs confirming parent telecom message delivery timestamps.</a:t>
            </a:r>
          </a:p>
          <a:p>
            <a:pPr>
              <a:spcBef>
                <a:spcPts val="1000"/>
              </a:spcBef>
              <a:defRPr sz="1000" b="1">
                <a:solidFill>
                  <a:srgbClr val="16A34A"/>
                </a:solidFill>
              </a:defRPr>
            </a:pPr>
            <a:r>
              <a:t>GOVERNMENT SCHOOL STUDENT IMPACT: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Converts everyday student suffering into binding legal and administrative petitions for additional buses and new bus stops.</a:t>
            </a:r>
          </a:p>
          <a:p>
            <a:pPr>
              <a:spcBef>
                <a:spcPts val="800"/>
              </a:spcBef>
              <a:defRPr sz="850" i="1">
                <a:solidFill>
                  <a:srgbClr val="64748B"/>
                </a:solidFill>
              </a:defRPr>
            </a:pPr>
            <a:r>
              <a:t>Tech: Implemented in AdminConsole.jsx and OfficialPetitionModal.jsx; produces clean printable petition formats.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TARGETED SOLUTIONS FOR UNDERPRIVILEGED COMMUTERS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How SchoolRoute TN Empowers Government School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18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2563EB"/>
                </a:solidFill>
              </a:defRPr>
            </a:pPr>
            <a:r>
              <a:t>1. Eliminating the 'No Smartphone' Barrier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Students carry only a laminated physical QR pass costing under ₹2; fully compatible with strict government school mobile bans.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Requires ZERO battery, ZERO screen, and ZERO internet data pack from the child.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Conductor camera scans the card on the bus step in under 150 milliseconds without slowing boarding.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9535" y="1280160"/>
            <a:ext cx="512064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6A34A"/>
                </a:solidFill>
              </a:defRPr>
            </a:pPr>
            <a:r>
              <a:t>2. Eradicating Parental Anxiety with 2G SMS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Sends direct cellular GSM SMS notifications to parents' basic keypad feature phones via SMSMobileAPI.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Daily-wage and agricultural laborer parents working in fields receive instant texts when their child boards the bus.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Automatic Safe School Gate arrival confirmation ensures parents know their child is safe inside campus.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D97706"/>
                </a:solidFill>
              </a:defRPr>
            </a:pPr>
            <a:r>
              <a:t>3. Eliminating Bus Misses &amp; Halts Bypassed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Driver console requires drivers to log stops, preventing drivers from bypassing crowded intermediate village halts.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Automated 'BUS MISSED' SMS immediately alerts parents if a child was left behind at the stop, preventing missing-child panic.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District Transport Officer radar tracks vehicle punctuality against official TNSTC schedules.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3931920"/>
            <a:ext cx="512064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DC2626"/>
                </a:solidFill>
              </a:defRPr>
            </a:pPr>
            <a:r>
              <a:t>4. AIS-140 Physical Panic SOS Safety for Girls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Physical wall-mounted tactile red push buttons allow students without phones to trigger instant emergency alarms.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Immediate alert sent to Police ERSS 112, TNSTC Depot, and driver cabin siren in cases of harassment or rash driving.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Instills immense confidence in rural parents, directly curbing female dropout rates after 8th and 10th standard.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QUANTITATIVE &amp; QUALITATIVE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Measurable Societal Impact &amp; Educational Equity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19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2468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100%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t>ZERO-PHONE COMPLIANCE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Zero smartphones or data packs required from 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234440"/>
            <a:ext cx="2468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6A34A"/>
                </a:solidFill>
              </a:defRPr>
            </a:pPr>
            <a:r>
              <a:t>&lt; 150 ms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t>BOARDING LATENCY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Sub-second camera scanning prevents bus route delays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98464" y="1234440"/>
            <a:ext cx="2468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9333EA"/>
                </a:solidFill>
              </a:defRPr>
            </a:pPr>
            <a:r>
              <a:t>100%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t>2G SMS DELIVERY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Direct GSM cellular texts to basic parent keypad phones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31936" y="1234440"/>
            <a:ext cx="2468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</a:defRPr>
            </a:pPr>
            <a:r>
              <a:t>0 ₹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t>STUDENT COST BARRIER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Free concessional travel preserved under G.O. Ms. No. 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88920"/>
            <a:ext cx="107286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KEY SYSTEM TRANSFORMATION SUMMARY FOR TAMIL NADU GOVERNMENT SCHOOLS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Curbing Rural Dropout Rates: Eliminates transit uncertainty as a cause of school abandonment, particularly for adolescent girls traveling from remote hamlets.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Dignity for Concessional Commuters: Replaces contentious paper inspections with seamless 2D QR validation, upholding the dignity of underprivileged students.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Accountability for Public Transport: DTO administrative radar prevents bus drivers from skipping village halts and provides live data on route crowding.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Institutional Bridge to Secretariat: The Official Petition Generator transforms student complaints into formal government petitions submitted directly to the Education Secretary for fleet augmentation.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Zero Recurring Burden: Free for students and schools; utilizes standard open-source web technologies (React, Leaflet, jsQR) and low-cost Vercel serverless execution.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92608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Conclusion &amp; Future Technological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CBD5E1"/>
                </a:solidFill>
              </a:defRPr>
            </a:pPr>
            <a:r>
              <a:t>20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🏁 Project Conclusion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Demonstrated Viability: Proves that enterprise-grade transit tracking, student safety, and real-time parent notifications can be delivered without requiring smartphones from underprivileged students.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Seamless Hardware-Software Integration: Successfully bridges laminated paper QR tokens, mobile camera computer vision (jsQR), cellular DLT SMS gateways, and MoRTH AIS-140 panic hardware.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Full Policy Alignment: Conforms to Tamil Nadu Government Order G.O. Ms. No. 42 (100% Free Concessional Travel) and national ITS vehicle safety standards.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Ready for Deployment: Deployed and tested live on Vercel with real cellular GSM phone verification (+91 73059 40480), robust audio sirens, and reactive multi-role synchronization.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🚀 Future Technological Roadmap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Physical ESP32 / CAN-Bus Prototype: Build an embedded ESP32 microcontroller with a physical illuminated red stanchion push button interfacing directly into the bus CAN-bus OBD-II telemetry unit.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Automated Tamil Voice Audio Announcements: Integrate cabin-mounted speaker units providing automated bilingual (Tamil &amp; English) audio announcements as the bus approaches village halts.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Predictive AI Corridor Demand Models: Implement machine-learning forecasting to anticipate feeder corridor overcrowding based on seasonal agricultural cycles, monsoon rains, and board exam timetables.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Solar-Powered Village Stop Beacons: Deploy low-cost solar electronic ink arrival countdown boards at major rural feeder junctions to show approaching bus ETA to waiting students.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